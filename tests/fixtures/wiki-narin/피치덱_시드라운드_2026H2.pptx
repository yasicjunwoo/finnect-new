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나린데이터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흩어진 이커머스 데이터를 한곳에서 봅니다</a:t>
            </a:r>
          </a:p>
          <a:p>
            <a:r>
              <a:rPr sz="1600"/>
              <a:t>시드 라운드 · 2026년 8월</a:t>
            </a:r>
          </a:p>
          <a:p/>
          <a:p>
            <a:r>
              <a:rPr sz="1600"/>
              <a:t>※ 이 문서는 finnect 테스트용 가공 자료입니다. 실재하지 않는 법인입니다.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월 거래액 3천만~3억원 이커머스 사업자는</a:t>
            </a:r>
          </a:p>
          <a:p>
            <a:r>
              <a:rPr sz="1600"/>
              <a:t>주문은 쇼핑몰 관리자, 광고비는 매체 대시보드,</a:t>
            </a:r>
          </a:p>
          <a:p>
            <a:r>
              <a:rPr sz="1600"/>
              <a:t>재고는 엑셀에서 따로 봅니다.</a:t>
            </a:r>
          </a:p>
          <a:p/>
          <a:p>
            <a:r>
              <a:rPr sz="1600"/>
              <a:t>합쳐 보는 사람이 없어서 채널별 실질 마진을 모릅니다.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주문·광고·재고·정산 데이터를 API로 자동 수집</a:t>
            </a:r>
          </a:p>
          <a:p>
            <a:r>
              <a:rPr sz="1600"/>
              <a:t>주문 단위로 붙여 반품·배송비·수수료를 반영</a:t>
            </a:r>
          </a:p>
          <a:p>
            <a:r>
              <a:rPr sz="1600"/>
              <a:t>채널별 실질 마진을 계산해 보여 줍니다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현재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무료 파일럿 4곳 (2026년 7월 시작)</a:t>
            </a:r>
          </a:p>
          <a:p>
            <a:r>
              <a:rPr sz="1600"/>
              <a:t>유료 고객 0곳</a:t>
            </a:r>
          </a:p>
          <a:p>
            <a:r>
              <a:rPr sz="1600"/>
              <a:t>매출 0원</a:t>
            </a:r>
          </a:p>
          <a:p/>
          <a:p>
            <a:r>
              <a:rPr sz="1600"/>
              <a:t>연동 완료: 카페24, 네이버 광고</a:t>
            </a:r>
          </a:p>
          <a:p>
            <a:r>
              <a:rPr sz="1600"/>
              <a:t>개발 전: 정산 연동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3명입니다. 전원 공동창업자입니다.</a:t>
            </a:r>
          </a:p>
          <a:p/>
          <a:p>
            <a:r>
              <a:rPr sz="1600"/>
              <a:t>조민서  대표 · 제품. 이커머스 데이터 분석 5년</a:t>
            </a:r>
          </a:p>
          <a:p>
            <a:r>
              <a:rPr sz="1600"/>
              <a:t>한지우  데이터 엔지니어링. 백엔드 4년</a:t>
            </a:r>
          </a:p>
          <a:p>
            <a:r>
              <a:rPr sz="1600"/>
              <a:t>박세연  프론트엔드 · 분석. 3년</a:t>
            </a:r>
          </a:p>
          <a:p/>
          <a:p>
            <a:r>
              <a:rPr sz="1600"/>
              <a:t>외부 채용은 아직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회사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주식회사 나린데이터</a:t>
            </a:r>
          </a:p>
          <a:p>
            <a:r>
              <a:rPr sz="1600"/>
              <a:t>법인 설립등기 2026년 5월 26일 · 사업자등록 2026년 6월 1일</a:t>
            </a:r>
          </a:p>
          <a:p>
            <a:r>
              <a:rPr sz="1600"/>
              <a:t>서울특별시 성동구 아차산로17길 48, 4층</a:t>
            </a:r>
          </a:p>
          <a:p>
            <a:r>
              <a:rPr sz="1600"/>
              <a:t>자본금 50,000,000원</a:t>
            </a:r>
          </a:p>
          <a:p/>
          <a:p>
            <a:r>
              <a:rPr sz="1600"/>
              <a:t>설립 3개월차입니다.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숫자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누적 매출 0원</a:t>
            </a:r>
          </a:p>
          <a:p>
            <a:r>
              <a:rPr sz="1600"/>
              <a:t>누적 지출 21,400,000원</a:t>
            </a:r>
          </a:p>
          <a:p>
            <a:r>
              <a:rPr sz="1600"/>
              <a:t>잔여 현금 28,600,000원 (2026년 8월 1일)</a:t>
            </a:r>
          </a:p>
          <a:p/>
          <a:p>
            <a:r>
              <a:rPr sz="1600"/>
              <a:t>투자 유치 없음 · 차입금 없음</a:t>
            </a:r>
          </a:p>
          <a:p>
            <a:r>
              <a:rPr sz="1600"/>
              <a:t>정부지원사업 선정 이력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왜 지금인가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정산 연동이 유료 전환의 선행 조건입니다.</a:t>
            </a:r>
          </a:p>
          <a:p>
            <a:r>
              <a:rPr sz="1600"/>
              <a:t>파일럿 참여 사업자가 요구한 첫 기능입니다.</a:t>
            </a:r>
          </a:p>
          <a:p/>
          <a:p>
            <a:r>
              <a:rPr sz="1600"/>
              <a:t>그 개발에 4개월과 개발 인력 2명이 필요합니다.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2026년 4분기 — 정산 연동, 파일럿 유료 전환 시도</a:t>
            </a:r>
          </a:p>
          <a:p>
            <a:r>
              <a:rPr sz="1600"/>
              <a:t>2027년 상반기 — 유료 고객 20곳</a:t>
            </a:r>
          </a:p>
          <a:p>
            <a:r>
              <a:rPr sz="1600"/>
              <a:t>2027년 하반기 — 재고 예측</a:t>
            </a:r>
          </a:p>
          <a:p/>
          <a:p>
            <a:r>
              <a:rPr sz="1600"/>
              <a:t>매출 목표는 유료 전환이 확인된 뒤 세웁니다.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연락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주식회사 나린데이터 대표 조민서</a:t>
            </a:r>
          </a:p>
          <a:p>
            <a:r>
              <a:rPr sz="1600"/>
              <a:t>서울특별시 성동구 아차산로17길 48, 4층</a:t>
            </a:r>
          </a:p>
          <a:p>
            <a:r>
              <a:rPr sz="1600"/>
              <a:t>hello@narindata.example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