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유료 매장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C7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16</c:v>
                </c:pt>
                <c:pt idx="2">
                  <c:v>21</c:v>
                </c:pt>
                <c:pt idx="3">
                  <c:v>27</c:v>
                </c:pt>
                <c:pt idx="4">
                  <c:v>33</c:v>
                </c:pt>
                <c:pt idx="5">
                  <c:v>41</c:v>
                </c:pt>
                <c:pt idx="6">
                  <c:v>49</c:v>
                </c:pt>
                <c:pt idx="7">
                  <c:v>56</c:v>
                </c:pt>
                <c:pt idx="8">
                  <c:v>64</c:v>
                </c:pt>
                <c:pt idx="9">
                  <c:v>74</c:v>
                </c:pt>
                <c:pt idx="10">
                  <c:v>84</c:v>
                </c:pt>
                <c:pt idx="11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C7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DF3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시리즈 A 브리지 라운드용 덱. 2026년 8월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기능 부족이 아니라 입력 비용이다.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58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다시로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소상공인이 재고를 세지 않게 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바코드와 QR 로 입출고를 자동으로 기록하고, 발주 시점을 먼저 알린다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주식회사 다시로  ·  대표 윤세라  ·  2026년 8월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매장이 작을수록 재고를 손으로 센다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3~5월 성남·용인 소상공인 30명 대면 인터뷰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848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30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수기 또는 기억으로만 관리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0848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41분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후 재고 확인에 드는 일평균 시간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08483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월 4.2건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924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품절로 놓친 판매 기회 (매장당)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재고관리 소프트웨어를 써 본 사람은 30명 중 4명이었고, 그중 3명이 6개월 안에 그만뒀다.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그만둔 이유는 셋 다 같았다 — "입력이 번거로워서".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솔루션은 이 구간에 닿지 못한다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가격과 도입 마찰이 동시에 걸린다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301752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강점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A사 · POS 연동형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12만원~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POS·회계 연동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 교체 필요, 설치비 80만원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B사 · ERP형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25만원~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다점포 통합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중소기업 대상, 소상공인에겐 과함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C사 · 무료 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진입 장벽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수기 입력만, 바코드 인식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다시로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2만 9천원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휴대폰만으로 시작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다점포 통합은 2027년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C사가 무료인데도 이탈률이 높은 이유와 A·B사가 기능이 많은데도 못 들어오는 이유가 같은 축의 양끝이다.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찍으면 끝난다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를 바꾸지 않고 휴대폰만으로 시작한다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947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3500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바코드나 QR 을 휴대폰으로 찍는다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자동 기록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584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입출고 수량이 그 자리에서 반영된다. 통신이 끊겨도 남는다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416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발주 알림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8188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수량 아래로 내려가면 요일별 판매 속도를 반영해 알린다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환경에서의 재고 기록 동기화 방법 및 장치 — 특허 출원 10-2025-0114882 (2025.08)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파일럿 12곳에서 확인한 것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6월 ~ 10월 · 성남·용인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39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41분 → 9분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일평균 재고 확인 시간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0391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→ 1.1건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품절 발생 (매장당)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20391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 → 51%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9244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재구매율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재구매율이 34%에서 51%로 오른 시점은 발주 알림을 붙인 3개월 차와 일치한다. 입력을 줄이는 것만으로는 남지 않고, 줄인 입력으로 무엇을 알려주는지가 잔존을 만든다.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12곳 중 10곳이 유료 전환 의사를 밝혔고 7곳이 실제로 전환했다.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유료 매장 93곳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월말 기준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매출 8,640만원 (구독 4,920만 · 용역 3,720만)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먼저 잡는 자리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솔루션의 가격대와 가장 크게 어긋난 구간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— 매장 1~3개를 직접 운영하는 식자재·생활용품 소매 사업자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— 소규모 프랜차이즈 가맹점. 본부 발주 시스템이 있어도 매장 실물 재고는 여전히 수기다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진입 경로는 지역 상인회와 도매 유통사. 파일럿 12곳 중 9곳이 상인회를 통해 들어왔다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92024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08483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93곳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08660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유료 매장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9760" y="1920240"/>
            <a:ext cx="20116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20848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300곳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46920" y="2880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말 목표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영업 대비 상인회 경유가 도입 결정까지의 기간이 짧았다. 유통사 제휴는 발주 데이터를 매개로 한다 — 유통사는 거래처 재고를 보고, 우리는 신규 매장에 닿는다.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매장 단위 월 구독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체험 30일 · 신용카드 등록을 요구하지 않는다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4754880"/>
                <a:gridCol w="17373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요금제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구독료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포함 범위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비중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2만 9천원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입출고 기록, 발주 알림, 상품 등록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4만 9천원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+ POS 매출 연동, 발주 예측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9만 9천원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연동 + 다점포 통합 관리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2027년 출시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이탈이 도입 2주차에 몰려 있다. 이 구간을 넘기는 것이 전환의 전부라, 체험 진입 마찰을 없애는 쪽을 택했다.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846320"/>
            <a:ext cx="3383280" cy="1600200"/>
          </a:xfrm>
          <a:prstGeom prst="roundRect">
            <a:avLst>
              <a:gd name="adj" fmla="val 6857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0109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1,100만원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5806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말 목표 월 반복 매출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앞으로 18개월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3398520" cy="2286000"/>
          </a:xfrm>
          <a:prstGeom prst="roundRect">
            <a:avLst>
              <a:gd name="adj" fmla="val 4800"/>
            </a:avLst>
          </a:prstGeom>
          <a:solidFill>
            <a:srgbClr val="0258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14884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상반기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3사 연동 완료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매장 120곳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398520" cy="2286000"/>
          </a:xfrm>
          <a:prstGeom prst="roundRect">
            <a:avLst>
              <a:gd name="adj" fmla="val 4800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14884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하반기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 남부 영업망 구축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매장 300곳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398520" cy="2286000"/>
          </a:xfrm>
          <a:prstGeom prst="roundRect">
            <a:avLst>
              <a:gd name="adj" fmla="val 4800"/>
            </a:avLst>
          </a:prstGeom>
          <a:solidFill>
            <a:srgbClr val="EEF6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14884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상반기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265176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다점포 통합 관리 출시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338328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프랜차이즈 본부 영업 착수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상반기까지 개발 인력을 늘리지 않고 현재 구성으로 POS 연동을 끝내는 것이 목표다.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임직원 15명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8월 기준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6675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역할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대표이사. 전략, 투자, 대외 협력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4명, 모바일 3명, 데이터 1명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지역 상인회 및 도매 유통사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응대 및 매장 온보딩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51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윤세라는 2021년부터 3년간 성남에서 식자재 소매점 두 곳을 직접 운영했다. 문제 정의와 파일럿 매장 확보가 그 경험에서 나왔다.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총괄은 물류 스타트업에서 6년간 창고관리 시스템을 개발했고 오프라인 동기화 구조를 설계했다.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조달 현황과 이번 라운드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56032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58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1억 2,000만원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설립 시 납입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시드 라운드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2.8억원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경기 지역 액셀러레이터 리드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정책자금 대출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5,000만원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소상공인시장진흥공단, 만기 2028.04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이번 라운드 (브리지)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5억원 목표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5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2026.10 클로징 목표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 확장 및 다점포 개발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2025년말 현금 1억 8,270만원. 현재 소진 속도로 2027년 1분기까지 운영 가능하다.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예시 문서입니다. 실재하지 않는 기업이며 모든 수치는 가공된 값입니다.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58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재고를 세는 40분을 없앤다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40분이 소상공인에게 가장 비싼 시간이다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주식회사 다시로  ·  경기도 성남시 분당구 판교로 255, 3층  ·  대표 윤세라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주식회사 다시로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다시로 IR 2026 H2</dc:title>
  <dc:subject>PptxGenJS Presentation</dc:subject>
  <dc:creator>윤세라</dc:creator>
  <cp:lastModifiedBy>윤세라</cp:lastModifiedBy>
  <cp:revision>1</cp:revision>
  <dcterms:created xsi:type="dcterms:W3CDTF">2026-08-18T04:54:08Z</dcterms:created>
  <dcterms:modified xsi:type="dcterms:W3CDTF">2026-08-18T04:54:08Z</dcterms:modified>
</cp:coreProperties>
</file>